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E6165-0FD8-4CA6-A347-2FFCE4B23328}" v="148" dt="2025-10-08T18:23:24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at is Open Shortest Path First (OSPF)? - InHand Networks">
            <a:extLst>
              <a:ext uri="{FF2B5EF4-FFF2-40B4-BE49-F238E27FC236}">
                <a16:creationId xmlns:a16="http://schemas.microsoft.com/office/drawing/2014/main" id="{A996F50D-4D19-4FF3-01DD-A7C918A67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2" r="21329" b="259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Egyterületű OSPFv2 alapfogalmak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Készítette: Fegyver Richárd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E6ED8-DDB0-396C-C8DE-AEB646F7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Mi az a OSPF?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FA51-B927-4FF8-60FA-4BC0007C8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OSPF = </a:t>
            </a:r>
            <a:r>
              <a:rPr lang="en-US" sz="2200" i="1">
                <a:ea typeface="+mn-lt"/>
                <a:cs typeface="+mn-lt"/>
              </a:rPr>
              <a:t>Open Shortest Path First</a:t>
            </a:r>
            <a:endParaRPr lang="en-US" sz="2200"/>
          </a:p>
          <a:p>
            <a:r>
              <a:rPr lang="en-US" sz="2200" dirty="0">
                <a:ea typeface="+mn-lt"/>
                <a:cs typeface="+mn-lt"/>
              </a:rPr>
              <a:t>Belső </a:t>
            </a:r>
            <a:r>
              <a:rPr lang="en-US" sz="2200" dirty="0" err="1">
                <a:ea typeface="+mn-lt"/>
                <a:cs typeface="+mn-lt"/>
              </a:rPr>
              <a:t>útvonalválasztási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protokoll</a:t>
            </a:r>
            <a:r>
              <a:rPr lang="en-US" sz="2200" dirty="0">
                <a:ea typeface="+mn-lt"/>
                <a:cs typeface="+mn-lt"/>
              </a:rPr>
              <a:t> (IGP)</a:t>
            </a:r>
            <a:endParaRPr lang="en-US" sz="2200" dirty="0"/>
          </a:p>
          <a:p>
            <a:r>
              <a:rPr lang="en-US" sz="2200">
                <a:ea typeface="+mn-lt"/>
                <a:cs typeface="+mn-lt"/>
              </a:rPr>
              <a:t>Link-state alapú működés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Nyílt szabvány (RFC 2328)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Dijkstra SPF algoritmust használja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OSPF Routing Protocol Explained">
            <a:extLst>
              <a:ext uri="{FF2B5EF4-FFF2-40B4-BE49-F238E27FC236}">
                <a16:creationId xmlns:a16="http://schemas.microsoft.com/office/drawing/2014/main" id="{E1A311F5-9703-ECA4-107C-AC92DCBF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45" r="2492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949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3BAEF-BA16-897C-903E-44C0DD31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OSPF </a:t>
            </a:r>
            <a:r>
              <a:rPr lang="en-US" dirty="0" err="1">
                <a:ea typeface="+mj-lt"/>
                <a:cs typeface="+mj-lt"/>
              </a:rPr>
              <a:t>főbb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jellemzői</a:t>
            </a:r>
            <a:endParaRPr lang="en-US" dirty="0" err="1"/>
          </a:p>
        </p:txBody>
      </p:sp>
      <p:pic>
        <p:nvPicPr>
          <p:cNvPr id="4" name="Picture 3" descr="What is OSPF? - Cisco Routers Video Tutorial | LinkedIn Learning, formerly  Lynda.com">
            <a:extLst>
              <a:ext uri="{FF2B5EF4-FFF2-40B4-BE49-F238E27FC236}">
                <a16:creationId xmlns:a16="http://schemas.microsoft.com/office/drawing/2014/main" id="{C8FD83A2-41BF-B04A-CB9F-677176B12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" r="3537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A9721-FBF5-F34E-38DF-B799327E6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Gyors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konvergencia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Hierarchikus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felépítés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területek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Pontos </a:t>
            </a:r>
            <a:r>
              <a:rPr lang="en-US" err="1">
                <a:ea typeface="+mn-lt"/>
                <a:cs typeface="+mn-lt"/>
              </a:rPr>
              <a:t>útvonalválasztás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Skálázhatóság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Támogatja</a:t>
            </a:r>
            <a:r>
              <a:rPr lang="en-US" dirty="0">
                <a:ea typeface="+mn-lt"/>
                <a:cs typeface="+mn-lt"/>
              </a:rPr>
              <a:t> VLSM / CIDR </a:t>
            </a:r>
            <a:r>
              <a:rPr lang="en-US" err="1">
                <a:ea typeface="+mn-lt"/>
                <a:cs typeface="+mn-lt"/>
              </a:rPr>
              <a:t>címzést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Terheléselosztás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támogatott</a:t>
            </a:r>
            <a:endParaRPr lang="en-US" err="1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3607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OSPF - Open Shortest Path First - Informatika kidolgozott érettségi tétel -  Érettségi.com">
            <a:extLst>
              <a:ext uri="{FF2B5EF4-FFF2-40B4-BE49-F238E27FC236}">
                <a16:creationId xmlns:a16="http://schemas.microsoft.com/office/drawing/2014/main" id="{461954F4-8907-01DD-C700-B8A8BE329A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3FD311-AD6E-BC58-65F5-549D9822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Területek fogalma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BCB54-53CC-4406-AF1C-73D71AFFC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Az OSPF hálózat 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területekre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osztható</a:t>
            </a:r>
            <a:endParaRPr lang="en-US">
              <a:solidFill>
                <a:srgbClr val="FFFFFF"/>
              </a:solidFill>
            </a:endParaRPr>
          </a:p>
          <a:p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Area 0 = backbone terület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(kötelező)</a:t>
            </a: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Több terület → nagy hálózatok jobb kezelése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Egyterületű hálózat → minden router Area 0-ban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03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Future Of Tech Requires Humans">
            <a:extLst>
              <a:ext uri="{FF2B5EF4-FFF2-40B4-BE49-F238E27FC236}">
                <a16:creationId xmlns:a16="http://schemas.microsoft.com/office/drawing/2014/main" id="{991A84E4-EE26-0C80-A0D2-80193F8A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A0FD1-A01E-280F-3288-7CDF3692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OSPF működésének lépései 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0BE90-64CD-71DC-1F5C-2E323E3F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Hello csomagok küldése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Szomszéd felfedezése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Adjacency kapcsolat létrehozása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LSA-k cseréje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LSDB felépítése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SPF algoritmus lefuttatása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7725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lue technology background and abstract digital tech circlecopy space  isolated with white | Premium AI-generated image">
            <a:extLst>
              <a:ext uri="{FF2B5EF4-FFF2-40B4-BE49-F238E27FC236}">
                <a16:creationId xmlns:a16="http://schemas.microsoft.com/office/drawing/2014/main" id="{BD2564DD-0F7B-5422-E126-55116C501D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49" b="2528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B4B293-DF4B-B5F1-D296-43B67B5A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1. Hello csomagok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A5ABA-309D-CC8C-A830-54B08646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300"/>
            <a:ext cx="10165218" cy="258845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Periodikusan küldött üzenetek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Tartalmazzák a Router ID-t, területet és egyéb adatokat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Cél: szomszéd felfedezése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Multicast címen keresztül terjednek (224.0.0.5)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54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ch Background Vector Art, Icons, and Graphics for Free Download">
            <a:extLst>
              <a:ext uri="{FF2B5EF4-FFF2-40B4-BE49-F238E27FC236}">
                <a16:creationId xmlns:a16="http://schemas.microsoft.com/office/drawing/2014/main" id="{D2FE1786-82DB-3108-3832-ADAE2F9538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75" b="1595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7B262C-C143-0157-3B72-E59E6AB26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2. Szomszéd és adjacency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EC58-FC7B-F1E1-1F5A-A6BB6B61F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300"/>
            <a:ext cx="10165218" cy="258845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Neighbor:</a:t>
            </a: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 ha két router Hello csomagot váltott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Adjacency:</a:t>
            </a: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 stabil OSPF kapcsolat, LSA csere lehetséges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Nem minden neighbor lesz adjacency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DR és BDR választás többes hálózatban (pl. Ethernet)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31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ch background Images - Free Download on Freepik">
            <a:extLst>
              <a:ext uri="{FF2B5EF4-FFF2-40B4-BE49-F238E27FC236}">
                <a16:creationId xmlns:a16="http://schemas.microsoft.com/office/drawing/2014/main" id="{1828224D-CE0C-4779-E3CA-CDB2C9253D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617" b="9717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656D0-633E-FFE9-BD42-78A3F710D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3. LSA és LSDB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7FA9-22AF-6216-1439-7D27D8A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300"/>
            <a:ext cx="10165218" cy="258845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LSA = Link-State Advertisement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A router linkjeiről és szomszédairól ad információt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Az összes LSA → LSDB (Link-State Database)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Minden router LSDB-je azonos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69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4664-2F7F-00F3-32F5-D0E29AA6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4. SPF algoritmus</a:t>
            </a:r>
          </a:p>
        </p:txBody>
      </p:sp>
      <p:pic>
        <p:nvPicPr>
          <p:cNvPr id="4" name="Picture 3" descr="Light Technology Background Stock Video Footage for Free Download">
            <a:extLst>
              <a:ext uri="{FF2B5EF4-FFF2-40B4-BE49-F238E27FC236}">
                <a16:creationId xmlns:a16="http://schemas.microsoft.com/office/drawing/2014/main" id="{0D0FCD46-3549-EBE4-A278-2DDB4DCFEB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69" b="2525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04-A45D-42C5-98BE-AF2F706B5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Dijkstra algoritmus alapján működik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Kiszámítja a legrövidebb útvonalakat minden célhoz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Eredmény → Routing táblába kerül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Ha változás történik, újraszámolás történik</a:t>
            </a:r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05048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Blue Technology Background - Stock Video | Motion Array">
            <a:extLst>
              <a:ext uri="{FF2B5EF4-FFF2-40B4-BE49-F238E27FC236}">
                <a16:creationId xmlns:a16="http://schemas.microsoft.com/office/drawing/2014/main" id="{7CA22CB5-2C5C-6536-D911-E4A81863D9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474A62-40BE-7AB2-B50E-9CB09430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Köszönöm a figyelmet!!</a:t>
            </a:r>
          </a:p>
        </p:txBody>
      </p:sp>
    </p:spTree>
    <p:extLst>
      <p:ext uri="{BB962C8B-B14F-4D97-AF65-F5344CB8AC3E}">
        <p14:creationId xmlns:p14="http://schemas.microsoft.com/office/powerpoint/2010/main" val="2206548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Egyterületű OSPFv2 alapfogalmak</vt:lpstr>
      <vt:lpstr>Mi az a OSPF?</vt:lpstr>
      <vt:lpstr>OSPF főbb jellemzői</vt:lpstr>
      <vt:lpstr>Területek fogalma</vt:lpstr>
      <vt:lpstr>OSPF működésének lépései </vt:lpstr>
      <vt:lpstr>1. Hello csomagok</vt:lpstr>
      <vt:lpstr>2. Szomszéd és adjacency</vt:lpstr>
      <vt:lpstr>3. LSA és LSDB</vt:lpstr>
      <vt:lpstr>4. SPF algoritmus</vt:lpstr>
      <vt:lpstr>Köszönöm a figyelmet!!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82</cp:revision>
  <dcterms:created xsi:type="dcterms:W3CDTF">2025-10-08T15:03:35Z</dcterms:created>
  <dcterms:modified xsi:type="dcterms:W3CDTF">2025-10-08T18:23:49Z</dcterms:modified>
</cp:coreProperties>
</file>